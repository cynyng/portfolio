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3" r:id="rId6"/>
    <p:sldId id="260" r:id="rId7"/>
    <p:sldId id="264"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9"/>
  </p:normalViewPr>
  <p:slideViewPr>
    <p:cSldViewPr snapToGrid="0">
      <p:cViewPr varScale="1">
        <p:scale>
          <a:sx n="90" d="100"/>
          <a:sy n="90" d="100"/>
        </p:scale>
        <p:origin x="232" y="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02C2B-6AE2-3D2D-E78B-FD384BEC16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262092-E1EE-0935-E3BE-6351B02DDE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BF779C-97FB-4330-638E-F63E2F0DEA7E}"/>
              </a:ext>
            </a:extLst>
          </p:cNvPr>
          <p:cNvSpPr>
            <a:spLocks noGrp="1"/>
          </p:cNvSpPr>
          <p:nvPr>
            <p:ph type="dt" sz="half" idx="10"/>
          </p:nvPr>
        </p:nvSpPr>
        <p:spPr/>
        <p:txBody>
          <a:bodyPr/>
          <a:lstStyle/>
          <a:p>
            <a:fld id="{828525AB-F7F3-254A-9D04-29ADF83BF48F}" type="datetimeFigureOut">
              <a:rPr lang="en-US" smtClean="0"/>
              <a:t>10/9/24</a:t>
            </a:fld>
            <a:endParaRPr lang="en-US"/>
          </a:p>
        </p:txBody>
      </p:sp>
      <p:sp>
        <p:nvSpPr>
          <p:cNvPr id="5" name="Footer Placeholder 4">
            <a:extLst>
              <a:ext uri="{FF2B5EF4-FFF2-40B4-BE49-F238E27FC236}">
                <a16:creationId xmlns:a16="http://schemas.microsoft.com/office/drawing/2014/main" id="{57950A0D-E03E-6154-EDCB-70CE029AF8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F2A71C-D619-F94F-6875-98FE1184C116}"/>
              </a:ext>
            </a:extLst>
          </p:cNvPr>
          <p:cNvSpPr>
            <a:spLocks noGrp="1"/>
          </p:cNvSpPr>
          <p:nvPr>
            <p:ph type="sldNum" sz="quarter" idx="12"/>
          </p:nvPr>
        </p:nvSpPr>
        <p:spPr/>
        <p:txBody>
          <a:bodyPr/>
          <a:lstStyle/>
          <a:p>
            <a:fld id="{BFD0A25F-580F-E647-9679-76F499C7A12A}" type="slidenum">
              <a:rPr lang="en-US" smtClean="0"/>
              <a:t>‹#›</a:t>
            </a:fld>
            <a:endParaRPr lang="en-US"/>
          </a:p>
        </p:txBody>
      </p:sp>
    </p:spTree>
    <p:extLst>
      <p:ext uri="{BB962C8B-B14F-4D97-AF65-F5344CB8AC3E}">
        <p14:creationId xmlns:p14="http://schemas.microsoft.com/office/powerpoint/2010/main" val="249965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A54E1-5968-E4B5-B02D-F0E64BF25F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7AE40D-0AD1-C305-1955-D4A6A3127A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DA3E29-D7CA-95D2-0789-3BBF59FAC69F}"/>
              </a:ext>
            </a:extLst>
          </p:cNvPr>
          <p:cNvSpPr>
            <a:spLocks noGrp="1"/>
          </p:cNvSpPr>
          <p:nvPr>
            <p:ph type="dt" sz="half" idx="10"/>
          </p:nvPr>
        </p:nvSpPr>
        <p:spPr/>
        <p:txBody>
          <a:bodyPr/>
          <a:lstStyle/>
          <a:p>
            <a:fld id="{828525AB-F7F3-254A-9D04-29ADF83BF48F}" type="datetimeFigureOut">
              <a:rPr lang="en-US" smtClean="0"/>
              <a:t>10/9/24</a:t>
            </a:fld>
            <a:endParaRPr lang="en-US"/>
          </a:p>
        </p:txBody>
      </p:sp>
      <p:sp>
        <p:nvSpPr>
          <p:cNvPr id="5" name="Footer Placeholder 4">
            <a:extLst>
              <a:ext uri="{FF2B5EF4-FFF2-40B4-BE49-F238E27FC236}">
                <a16:creationId xmlns:a16="http://schemas.microsoft.com/office/drawing/2014/main" id="{E62DF319-374A-E2B9-DBB0-1132BA04DD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F29DBC-D0F6-2812-405F-172CF4E1B827}"/>
              </a:ext>
            </a:extLst>
          </p:cNvPr>
          <p:cNvSpPr>
            <a:spLocks noGrp="1"/>
          </p:cNvSpPr>
          <p:nvPr>
            <p:ph type="sldNum" sz="quarter" idx="12"/>
          </p:nvPr>
        </p:nvSpPr>
        <p:spPr/>
        <p:txBody>
          <a:bodyPr/>
          <a:lstStyle/>
          <a:p>
            <a:fld id="{BFD0A25F-580F-E647-9679-76F499C7A12A}" type="slidenum">
              <a:rPr lang="en-US" smtClean="0"/>
              <a:t>‹#›</a:t>
            </a:fld>
            <a:endParaRPr lang="en-US"/>
          </a:p>
        </p:txBody>
      </p:sp>
    </p:spTree>
    <p:extLst>
      <p:ext uri="{BB962C8B-B14F-4D97-AF65-F5344CB8AC3E}">
        <p14:creationId xmlns:p14="http://schemas.microsoft.com/office/powerpoint/2010/main" val="2447578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061BD-D38D-CCFF-8DC6-29AA89E428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4F0304-FDA1-96F0-1241-E81DFC0A1A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E820FF-1944-4954-2D0F-FEB23B193290}"/>
              </a:ext>
            </a:extLst>
          </p:cNvPr>
          <p:cNvSpPr>
            <a:spLocks noGrp="1"/>
          </p:cNvSpPr>
          <p:nvPr>
            <p:ph type="dt" sz="half" idx="10"/>
          </p:nvPr>
        </p:nvSpPr>
        <p:spPr/>
        <p:txBody>
          <a:bodyPr/>
          <a:lstStyle/>
          <a:p>
            <a:fld id="{828525AB-F7F3-254A-9D04-29ADF83BF48F}" type="datetimeFigureOut">
              <a:rPr lang="en-US" smtClean="0"/>
              <a:t>10/9/24</a:t>
            </a:fld>
            <a:endParaRPr lang="en-US"/>
          </a:p>
        </p:txBody>
      </p:sp>
      <p:sp>
        <p:nvSpPr>
          <p:cNvPr id="5" name="Footer Placeholder 4">
            <a:extLst>
              <a:ext uri="{FF2B5EF4-FFF2-40B4-BE49-F238E27FC236}">
                <a16:creationId xmlns:a16="http://schemas.microsoft.com/office/drawing/2014/main" id="{CDBCBBB4-E373-B45C-8F7E-055140C35B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CB79A4-B51C-2B15-6AD7-6514252420D3}"/>
              </a:ext>
            </a:extLst>
          </p:cNvPr>
          <p:cNvSpPr>
            <a:spLocks noGrp="1"/>
          </p:cNvSpPr>
          <p:nvPr>
            <p:ph type="sldNum" sz="quarter" idx="12"/>
          </p:nvPr>
        </p:nvSpPr>
        <p:spPr/>
        <p:txBody>
          <a:bodyPr/>
          <a:lstStyle/>
          <a:p>
            <a:fld id="{BFD0A25F-580F-E647-9679-76F499C7A12A}" type="slidenum">
              <a:rPr lang="en-US" smtClean="0"/>
              <a:t>‹#›</a:t>
            </a:fld>
            <a:endParaRPr lang="en-US"/>
          </a:p>
        </p:txBody>
      </p:sp>
    </p:spTree>
    <p:extLst>
      <p:ext uri="{BB962C8B-B14F-4D97-AF65-F5344CB8AC3E}">
        <p14:creationId xmlns:p14="http://schemas.microsoft.com/office/powerpoint/2010/main" val="257155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CDCEE-7F24-6F72-80A9-D8E23F8EBE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BD4A11-5B42-66D9-8CB1-50B1E10EFF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22E45C-7FF2-8B00-CD41-E634DBEC8E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C41C9C-9D32-97E0-6ABA-6B874575503F}"/>
              </a:ext>
            </a:extLst>
          </p:cNvPr>
          <p:cNvSpPr>
            <a:spLocks noGrp="1"/>
          </p:cNvSpPr>
          <p:nvPr>
            <p:ph type="dt" sz="half" idx="10"/>
          </p:nvPr>
        </p:nvSpPr>
        <p:spPr/>
        <p:txBody>
          <a:bodyPr/>
          <a:lstStyle/>
          <a:p>
            <a:fld id="{828525AB-F7F3-254A-9D04-29ADF83BF48F}" type="datetimeFigureOut">
              <a:rPr lang="en-US" smtClean="0"/>
              <a:t>10/9/24</a:t>
            </a:fld>
            <a:endParaRPr lang="en-US"/>
          </a:p>
        </p:txBody>
      </p:sp>
      <p:sp>
        <p:nvSpPr>
          <p:cNvPr id="6" name="Footer Placeholder 5">
            <a:extLst>
              <a:ext uri="{FF2B5EF4-FFF2-40B4-BE49-F238E27FC236}">
                <a16:creationId xmlns:a16="http://schemas.microsoft.com/office/drawing/2014/main" id="{9ECDA27E-32BC-585A-06BE-BF9733E910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4E3486-B1B2-0CB5-0709-F7182E851B07}"/>
              </a:ext>
            </a:extLst>
          </p:cNvPr>
          <p:cNvSpPr>
            <a:spLocks noGrp="1"/>
          </p:cNvSpPr>
          <p:nvPr>
            <p:ph type="sldNum" sz="quarter" idx="12"/>
          </p:nvPr>
        </p:nvSpPr>
        <p:spPr/>
        <p:txBody>
          <a:bodyPr/>
          <a:lstStyle/>
          <a:p>
            <a:fld id="{BFD0A25F-580F-E647-9679-76F499C7A12A}" type="slidenum">
              <a:rPr lang="en-US" smtClean="0"/>
              <a:t>‹#›</a:t>
            </a:fld>
            <a:endParaRPr lang="en-US"/>
          </a:p>
        </p:txBody>
      </p:sp>
    </p:spTree>
    <p:extLst>
      <p:ext uri="{BB962C8B-B14F-4D97-AF65-F5344CB8AC3E}">
        <p14:creationId xmlns:p14="http://schemas.microsoft.com/office/powerpoint/2010/main" val="414908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C3777-2E71-48BE-3721-B2344A9015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3B6A91-5871-869E-F1F1-8210905ACC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CD6926-349A-B913-44C8-1E1757C481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DBBE2A-AF9F-1458-0AE4-71CC2E49CB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0E169E-44DC-B824-8CF7-765A3BE99B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0EAA60-84F7-88E4-02AD-2BAE902DC2F3}"/>
              </a:ext>
            </a:extLst>
          </p:cNvPr>
          <p:cNvSpPr>
            <a:spLocks noGrp="1"/>
          </p:cNvSpPr>
          <p:nvPr>
            <p:ph type="dt" sz="half" idx="10"/>
          </p:nvPr>
        </p:nvSpPr>
        <p:spPr/>
        <p:txBody>
          <a:bodyPr/>
          <a:lstStyle/>
          <a:p>
            <a:fld id="{828525AB-F7F3-254A-9D04-29ADF83BF48F}" type="datetimeFigureOut">
              <a:rPr lang="en-US" smtClean="0"/>
              <a:t>10/9/24</a:t>
            </a:fld>
            <a:endParaRPr lang="en-US"/>
          </a:p>
        </p:txBody>
      </p:sp>
      <p:sp>
        <p:nvSpPr>
          <p:cNvPr id="8" name="Footer Placeholder 7">
            <a:extLst>
              <a:ext uri="{FF2B5EF4-FFF2-40B4-BE49-F238E27FC236}">
                <a16:creationId xmlns:a16="http://schemas.microsoft.com/office/drawing/2014/main" id="{69CB6BAC-9D3C-403D-9393-D1DF945552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0A9E2D-D751-4440-71F7-D6C02666D5AF}"/>
              </a:ext>
            </a:extLst>
          </p:cNvPr>
          <p:cNvSpPr>
            <a:spLocks noGrp="1"/>
          </p:cNvSpPr>
          <p:nvPr>
            <p:ph type="sldNum" sz="quarter" idx="12"/>
          </p:nvPr>
        </p:nvSpPr>
        <p:spPr/>
        <p:txBody>
          <a:bodyPr/>
          <a:lstStyle/>
          <a:p>
            <a:fld id="{BFD0A25F-580F-E647-9679-76F499C7A12A}" type="slidenum">
              <a:rPr lang="en-US" smtClean="0"/>
              <a:t>‹#›</a:t>
            </a:fld>
            <a:endParaRPr lang="en-US"/>
          </a:p>
        </p:txBody>
      </p:sp>
    </p:spTree>
    <p:extLst>
      <p:ext uri="{BB962C8B-B14F-4D97-AF65-F5344CB8AC3E}">
        <p14:creationId xmlns:p14="http://schemas.microsoft.com/office/powerpoint/2010/main" val="570028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3191B-F30D-D912-80B8-743E135DD4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B69CC3-D69B-B741-E873-E18AFF33738E}"/>
              </a:ext>
            </a:extLst>
          </p:cNvPr>
          <p:cNvSpPr>
            <a:spLocks noGrp="1"/>
          </p:cNvSpPr>
          <p:nvPr>
            <p:ph type="dt" sz="half" idx="10"/>
          </p:nvPr>
        </p:nvSpPr>
        <p:spPr/>
        <p:txBody>
          <a:bodyPr/>
          <a:lstStyle/>
          <a:p>
            <a:fld id="{828525AB-F7F3-254A-9D04-29ADF83BF48F}" type="datetimeFigureOut">
              <a:rPr lang="en-US" smtClean="0"/>
              <a:t>10/9/24</a:t>
            </a:fld>
            <a:endParaRPr lang="en-US"/>
          </a:p>
        </p:txBody>
      </p:sp>
      <p:sp>
        <p:nvSpPr>
          <p:cNvPr id="4" name="Footer Placeholder 3">
            <a:extLst>
              <a:ext uri="{FF2B5EF4-FFF2-40B4-BE49-F238E27FC236}">
                <a16:creationId xmlns:a16="http://schemas.microsoft.com/office/drawing/2014/main" id="{BBFF5674-6752-139E-2507-C2492A579F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676944-414E-5FC0-7683-BA7620FB4D81}"/>
              </a:ext>
            </a:extLst>
          </p:cNvPr>
          <p:cNvSpPr>
            <a:spLocks noGrp="1"/>
          </p:cNvSpPr>
          <p:nvPr>
            <p:ph type="sldNum" sz="quarter" idx="12"/>
          </p:nvPr>
        </p:nvSpPr>
        <p:spPr/>
        <p:txBody>
          <a:bodyPr/>
          <a:lstStyle/>
          <a:p>
            <a:fld id="{BFD0A25F-580F-E647-9679-76F499C7A12A}" type="slidenum">
              <a:rPr lang="en-US" smtClean="0"/>
              <a:t>‹#›</a:t>
            </a:fld>
            <a:endParaRPr lang="en-US"/>
          </a:p>
        </p:txBody>
      </p:sp>
    </p:spTree>
    <p:extLst>
      <p:ext uri="{BB962C8B-B14F-4D97-AF65-F5344CB8AC3E}">
        <p14:creationId xmlns:p14="http://schemas.microsoft.com/office/powerpoint/2010/main" val="3801599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45B5EF-DCC8-EBDC-EBCB-C2B2DBD7C8DF}"/>
              </a:ext>
            </a:extLst>
          </p:cNvPr>
          <p:cNvSpPr>
            <a:spLocks noGrp="1"/>
          </p:cNvSpPr>
          <p:nvPr>
            <p:ph type="dt" sz="half" idx="10"/>
          </p:nvPr>
        </p:nvSpPr>
        <p:spPr/>
        <p:txBody>
          <a:bodyPr/>
          <a:lstStyle/>
          <a:p>
            <a:fld id="{828525AB-F7F3-254A-9D04-29ADF83BF48F}" type="datetimeFigureOut">
              <a:rPr lang="en-US" smtClean="0"/>
              <a:t>10/9/24</a:t>
            </a:fld>
            <a:endParaRPr lang="en-US"/>
          </a:p>
        </p:txBody>
      </p:sp>
      <p:sp>
        <p:nvSpPr>
          <p:cNvPr id="3" name="Footer Placeholder 2">
            <a:extLst>
              <a:ext uri="{FF2B5EF4-FFF2-40B4-BE49-F238E27FC236}">
                <a16:creationId xmlns:a16="http://schemas.microsoft.com/office/drawing/2014/main" id="{F2CD471E-9591-77A9-7D74-45E3398AFA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90628F-E655-CFC2-685F-C10AD400DFF9}"/>
              </a:ext>
            </a:extLst>
          </p:cNvPr>
          <p:cNvSpPr>
            <a:spLocks noGrp="1"/>
          </p:cNvSpPr>
          <p:nvPr>
            <p:ph type="sldNum" sz="quarter" idx="12"/>
          </p:nvPr>
        </p:nvSpPr>
        <p:spPr/>
        <p:txBody>
          <a:bodyPr/>
          <a:lstStyle/>
          <a:p>
            <a:fld id="{BFD0A25F-580F-E647-9679-76F499C7A12A}" type="slidenum">
              <a:rPr lang="en-US" smtClean="0"/>
              <a:t>‹#›</a:t>
            </a:fld>
            <a:endParaRPr lang="en-US"/>
          </a:p>
        </p:txBody>
      </p:sp>
    </p:spTree>
    <p:extLst>
      <p:ext uri="{BB962C8B-B14F-4D97-AF65-F5344CB8AC3E}">
        <p14:creationId xmlns:p14="http://schemas.microsoft.com/office/powerpoint/2010/main" val="2529568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81FC6-0E90-82E9-CC72-51B7B24BD8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62855E-5ADF-12CF-C84D-0683F9258D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51A3AC-4B46-D9EF-7F8F-B3B8CBA217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391EBD-FCE8-BB21-FF3E-F609984BCB08}"/>
              </a:ext>
            </a:extLst>
          </p:cNvPr>
          <p:cNvSpPr>
            <a:spLocks noGrp="1"/>
          </p:cNvSpPr>
          <p:nvPr>
            <p:ph type="dt" sz="half" idx="10"/>
          </p:nvPr>
        </p:nvSpPr>
        <p:spPr/>
        <p:txBody>
          <a:bodyPr/>
          <a:lstStyle/>
          <a:p>
            <a:fld id="{828525AB-F7F3-254A-9D04-29ADF83BF48F}" type="datetimeFigureOut">
              <a:rPr lang="en-US" smtClean="0"/>
              <a:t>10/9/24</a:t>
            </a:fld>
            <a:endParaRPr lang="en-US"/>
          </a:p>
        </p:txBody>
      </p:sp>
      <p:sp>
        <p:nvSpPr>
          <p:cNvPr id="6" name="Footer Placeholder 5">
            <a:extLst>
              <a:ext uri="{FF2B5EF4-FFF2-40B4-BE49-F238E27FC236}">
                <a16:creationId xmlns:a16="http://schemas.microsoft.com/office/drawing/2014/main" id="{0A931FAC-7707-9B63-6D78-4E32047CFA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0F1843-8CE1-325B-4499-EAA131B1885D}"/>
              </a:ext>
            </a:extLst>
          </p:cNvPr>
          <p:cNvSpPr>
            <a:spLocks noGrp="1"/>
          </p:cNvSpPr>
          <p:nvPr>
            <p:ph type="sldNum" sz="quarter" idx="12"/>
          </p:nvPr>
        </p:nvSpPr>
        <p:spPr/>
        <p:txBody>
          <a:bodyPr/>
          <a:lstStyle/>
          <a:p>
            <a:fld id="{BFD0A25F-580F-E647-9679-76F499C7A12A}" type="slidenum">
              <a:rPr lang="en-US" smtClean="0"/>
              <a:t>‹#›</a:t>
            </a:fld>
            <a:endParaRPr lang="en-US"/>
          </a:p>
        </p:txBody>
      </p:sp>
    </p:spTree>
    <p:extLst>
      <p:ext uri="{BB962C8B-B14F-4D97-AF65-F5344CB8AC3E}">
        <p14:creationId xmlns:p14="http://schemas.microsoft.com/office/powerpoint/2010/main" val="818962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BCBA2-DB98-4C01-AB08-04AEA35C8F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2D6D22C-48BD-D989-1D54-C5437782CB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D52F7E-D54F-CAA3-527F-3FB707F55A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92CC12-4A74-4A84-4C2C-E2E15573FEF9}"/>
              </a:ext>
            </a:extLst>
          </p:cNvPr>
          <p:cNvSpPr>
            <a:spLocks noGrp="1"/>
          </p:cNvSpPr>
          <p:nvPr>
            <p:ph type="dt" sz="half" idx="10"/>
          </p:nvPr>
        </p:nvSpPr>
        <p:spPr/>
        <p:txBody>
          <a:bodyPr/>
          <a:lstStyle/>
          <a:p>
            <a:fld id="{828525AB-F7F3-254A-9D04-29ADF83BF48F}" type="datetimeFigureOut">
              <a:rPr lang="en-US" smtClean="0"/>
              <a:t>10/9/24</a:t>
            </a:fld>
            <a:endParaRPr lang="en-US"/>
          </a:p>
        </p:txBody>
      </p:sp>
      <p:sp>
        <p:nvSpPr>
          <p:cNvPr id="6" name="Footer Placeholder 5">
            <a:extLst>
              <a:ext uri="{FF2B5EF4-FFF2-40B4-BE49-F238E27FC236}">
                <a16:creationId xmlns:a16="http://schemas.microsoft.com/office/drawing/2014/main" id="{263C0ECF-1870-2DDE-C7BC-CA90EF952D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11E8D5-5586-0A42-5B8A-9A208D3E4383}"/>
              </a:ext>
            </a:extLst>
          </p:cNvPr>
          <p:cNvSpPr>
            <a:spLocks noGrp="1"/>
          </p:cNvSpPr>
          <p:nvPr>
            <p:ph type="sldNum" sz="quarter" idx="12"/>
          </p:nvPr>
        </p:nvSpPr>
        <p:spPr/>
        <p:txBody>
          <a:bodyPr/>
          <a:lstStyle/>
          <a:p>
            <a:fld id="{BFD0A25F-580F-E647-9679-76F499C7A12A}" type="slidenum">
              <a:rPr lang="en-US" smtClean="0"/>
              <a:t>‹#›</a:t>
            </a:fld>
            <a:endParaRPr lang="en-US"/>
          </a:p>
        </p:txBody>
      </p:sp>
    </p:spTree>
    <p:extLst>
      <p:ext uri="{BB962C8B-B14F-4D97-AF65-F5344CB8AC3E}">
        <p14:creationId xmlns:p14="http://schemas.microsoft.com/office/powerpoint/2010/main" val="4171623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CA027-4E83-204F-0054-32BB3CFC15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FC2994-B880-D31D-38F9-12D99CAA22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0AAFD6-0349-873A-1BD7-0182CC8D43DD}"/>
              </a:ext>
            </a:extLst>
          </p:cNvPr>
          <p:cNvSpPr>
            <a:spLocks noGrp="1"/>
          </p:cNvSpPr>
          <p:nvPr>
            <p:ph type="dt" sz="half" idx="10"/>
          </p:nvPr>
        </p:nvSpPr>
        <p:spPr/>
        <p:txBody>
          <a:bodyPr/>
          <a:lstStyle/>
          <a:p>
            <a:fld id="{828525AB-F7F3-254A-9D04-29ADF83BF48F}" type="datetimeFigureOut">
              <a:rPr lang="en-US" smtClean="0"/>
              <a:t>10/9/24</a:t>
            </a:fld>
            <a:endParaRPr lang="en-US"/>
          </a:p>
        </p:txBody>
      </p:sp>
      <p:sp>
        <p:nvSpPr>
          <p:cNvPr id="5" name="Footer Placeholder 4">
            <a:extLst>
              <a:ext uri="{FF2B5EF4-FFF2-40B4-BE49-F238E27FC236}">
                <a16:creationId xmlns:a16="http://schemas.microsoft.com/office/drawing/2014/main" id="{C76AABAF-D6B0-CDA8-4F06-3972383609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47F54F-EF88-203E-F45E-B20ACB1D8166}"/>
              </a:ext>
            </a:extLst>
          </p:cNvPr>
          <p:cNvSpPr>
            <a:spLocks noGrp="1"/>
          </p:cNvSpPr>
          <p:nvPr>
            <p:ph type="sldNum" sz="quarter" idx="12"/>
          </p:nvPr>
        </p:nvSpPr>
        <p:spPr/>
        <p:txBody>
          <a:bodyPr/>
          <a:lstStyle/>
          <a:p>
            <a:fld id="{BFD0A25F-580F-E647-9679-76F499C7A12A}" type="slidenum">
              <a:rPr lang="en-US" smtClean="0"/>
              <a:t>‹#›</a:t>
            </a:fld>
            <a:endParaRPr lang="en-US"/>
          </a:p>
        </p:txBody>
      </p:sp>
    </p:spTree>
    <p:extLst>
      <p:ext uri="{BB962C8B-B14F-4D97-AF65-F5344CB8AC3E}">
        <p14:creationId xmlns:p14="http://schemas.microsoft.com/office/powerpoint/2010/main" val="1672328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8F980C-7AF0-8771-8CFD-7D7BC9F364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F2D60E-5812-881D-F3CB-E489575B8E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0C3CE7-4D91-BFBF-2950-CBB3B523BC96}"/>
              </a:ext>
            </a:extLst>
          </p:cNvPr>
          <p:cNvSpPr>
            <a:spLocks noGrp="1"/>
          </p:cNvSpPr>
          <p:nvPr>
            <p:ph type="dt" sz="half" idx="10"/>
          </p:nvPr>
        </p:nvSpPr>
        <p:spPr/>
        <p:txBody>
          <a:bodyPr/>
          <a:lstStyle/>
          <a:p>
            <a:fld id="{828525AB-F7F3-254A-9D04-29ADF83BF48F}" type="datetimeFigureOut">
              <a:rPr lang="en-US" smtClean="0"/>
              <a:t>10/9/24</a:t>
            </a:fld>
            <a:endParaRPr lang="en-US"/>
          </a:p>
        </p:txBody>
      </p:sp>
      <p:sp>
        <p:nvSpPr>
          <p:cNvPr id="5" name="Footer Placeholder 4">
            <a:extLst>
              <a:ext uri="{FF2B5EF4-FFF2-40B4-BE49-F238E27FC236}">
                <a16:creationId xmlns:a16="http://schemas.microsoft.com/office/drawing/2014/main" id="{7C9DC231-C9A2-0ABC-7D40-3EF5910A76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2B54B-B6C2-5E11-3FD0-E8A2F04AE78E}"/>
              </a:ext>
            </a:extLst>
          </p:cNvPr>
          <p:cNvSpPr>
            <a:spLocks noGrp="1"/>
          </p:cNvSpPr>
          <p:nvPr>
            <p:ph type="sldNum" sz="quarter" idx="12"/>
          </p:nvPr>
        </p:nvSpPr>
        <p:spPr/>
        <p:txBody>
          <a:bodyPr/>
          <a:lstStyle/>
          <a:p>
            <a:fld id="{BFD0A25F-580F-E647-9679-76F499C7A12A}" type="slidenum">
              <a:rPr lang="en-US" smtClean="0"/>
              <a:t>‹#›</a:t>
            </a:fld>
            <a:endParaRPr lang="en-US"/>
          </a:p>
        </p:txBody>
      </p:sp>
    </p:spTree>
    <p:extLst>
      <p:ext uri="{BB962C8B-B14F-4D97-AF65-F5344CB8AC3E}">
        <p14:creationId xmlns:p14="http://schemas.microsoft.com/office/powerpoint/2010/main" val="1949588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F4AE7D-2A6B-63F1-94BD-EBABF5E092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54F562-35B8-21EE-62E7-5AD7E71C04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1AED20-7E53-698E-05A0-D13F7EBCD5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8525AB-F7F3-254A-9D04-29ADF83BF48F}" type="datetimeFigureOut">
              <a:rPr lang="en-US" smtClean="0"/>
              <a:t>10/9/24</a:t>
            </a:fld>
            <a:endParaRPr lang="en-US"/>
          </a:p>
        </p:txBody>
      </p:sp>
      <p:sp>
        <p:nvSpPr>
          <p:cNvPr id="5" name="Footer Placeholder 4">
            <a:extLst>
              <a:ext uri="{FF2B5EF4-FFF2-40B4-BE49-F238E27FC236}">
                <a16:creationId xmlns:a16="http://schemas.microsoft.com/office/drawing/2014/main" id="{06A8EF17-9396-F60B-DBE9-B759E909D0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ED75E27-476E-FE03-FFDA-2C88051384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D0A25F-580F-E647-9679-76F499C7A12A}" type="slidenum">
              <a:rPr lang="en-US" smtClean="0"/>
              <a:t>‹#›</a:t>
            </a:fld>
            <a:endParaRPr lang="en-US"/>
          </a:p>
        </p:txBody>
      </p:sp>
    </p:spTree>
    <p:extLst>
      <p:ext uri="{BB962C8B-B14F-4D97-AF65-F5344CB8AC3E}">
        <p14:creationId xmlns:p14="http://schemas.microsoft.com/office/powerpoint/2010/main" val="2874695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 group of people holding hands on a planet&#10;&#10;Description automatically generated">
            <a:extLst>
              <a:ext uri="{FF2B5EF4-FFF2-40B4-BE49-F238E27FC236}">
                <a16:creationId xmlns:a16="http://schemas.microsoft.com/office/drawing/2014/main" id="{03633549-1F83-EDBD-2193-8B0A54BDF7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07" r="2811" b="2"/>
          <a:stretch/>
        </p:blipFill>
        <p:spPr bwMode="auto">
          <a:xfrm>
            <a:off x="590829" y="473820"/>
            <a:ext cx="3993327" cy="5564283"/>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79340DFD-DDE2-B5C8-476D-ACE58B286E9A}"/>
              </a:ext>
            </a:extLst>
          </p:cNvPr>
          <p:cNvSpPr txBox="1">
            <a:spLocks/>
          </p:cNvSpPr>
          <p:nvPr/>
        </p:nvSpPr>
        <p:spPr>
          <a:xfrm>
            <a:off x="5549484" y="2943225"/>
            <a:ext cx="5897367" cy="97155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a:t>Group Project Proposal</a:t>
            </a:r>
            <a:br>
              <a:rPr lang="en-US" sz="2000" dirty="0"/>
            </a:br>
            <a:r>
              <a:rPr lang="en-US" sz="1200" dirty="0"/>
              <a:t>Group 3: Daniel Robles, </a:t>
            </a:r>
            <a:r>
              <a:rPr lang="en-US" sz="1200" dirty="0" err="1"/>
              <a:t>Jennyfer</a:t>
            </a:r>
            <a:r>
              <a:rPr lang="en-US" sz="1200" dirty="0"/>
              <a:t> Aguirre, Lucynda Young &amp; Matthew </a:t>
            </a:r>
            <a:r>
              <a:rPr lang="en-US" sz="1200" dirty="0" err="1"/>
              <a:t>Melger</a:t>
            </a:r>
            <a:endParaRPr lang="en-US" sz="1200" dirty="0"/>
          </a:p>
        </p:txBody>
      </p:sp>
      <p:sp>
        <p:nvSpPr>
          <p:cNvPr id="6" name="Subtitle 2">
            <a:extLst>
              <a:ext uri="{FF2B5EF4-FFF2-40B4-BE49-F238E27FC236}">
                <a16:creationId xmlns:a16="http://schemas.microsoft.com/office/drawing/2014/main" id="{A0DB56E8-1F91-A72E-9CC1-3178BD121EBF}"/>
              </a:ext>
            </a:extLst>
          </p:cNvPr>
          <p:cNvSpPr txBox="1">
            <a:spLocks/>
          </p:cNvSpPr>
          <p:nvPr/>
        </p:nvSpPr>
        <p:spPr>
          <a:xfrm>
            <a:off x="4897717" y="2363118"/>
            <a:ext cx="7200900" cy="1160213"/>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6000" dirty="0"/>
              <a:t>Trauma Resource Institute</a:t>
            </a:r>
          </a:p>
        </p:txBody>
      </p:sp>
    </p:spTree>
    <p:extLst>
      <p:ext uri="{BB962C8B-B14F-4D97-AF65-F5344CB8AC3E}">
        <p14:creationId xmlns:p14="http://schemas.microsoft.com/office/powerpoint/2010/main" val="2589971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64298F2-4F39-A0D9-641E-A8FCC5235F94}"/>
              </a:ext>
            </a:extLst>
          </p:cNvPr>
          <p:cNvSpPr txBox="1">
            <a:spLocks noGrp="1" noRot="1" noMove="1" noResize="1" noEditPoints="1" noAdjustHandles="1" noChangeArrowheads="1" noChangeShapeType="1"/>
          </p:cNvSpPr>
          <p:nvPr/>
        </p:nvSpPr>
        <p:spPr>
          <a:xfrm>
            <a:off x="0" y="0"/>
            <a:ext cx="971551" cy="6858000"/>
          </a:xfrm>
          <a:prstGeom prst="rect">
            <a:avLst/>
          </a:prstGeom>
          <a:blipFill dpi="0" rotWithShape="1">
            <a:blip r:embed="rId2">
              <a:alphaModFix amt="36691"/>
            </a:blip>
            <a:srcRect/>
            <a:tile tx="0" ty="0" sx="100000" sy="100000" flip="none" algn="tl"/>
          </a:blipFill>
        </p:spPr>
        <p:txBody>
          <a:bodyPr wrap="square" rtlCol="0">
            <a:spAutoFit/>
          </a:bodyPr>
          <a:lstStyle/>
          <a:p>
            <a:endParaRPr lang="en-US"/>
          </a:p>
        </p:txBody>
      </p:sp>
      <p:sp>
        <p:nvSpPr>
          <p:cNvPr id="6" name="Title 1">
            <a:extLst>
              <a:ext uri="{FF2B5EF4-FFF2-40B4-BE49-F238E27FC236}">
                <a16:creationId xmlns:a16="http://schemas.microsoft.com/office/drawing/2014/main" id="{8169DBAF-968B-75FC-2FB3-8BE37A59ED21}"/>
              </a:ext>
            </a:extLst>
          </p:cNvPr>
          <p:cNvSpPr txBox="1">
            <a:spLocks/>
          </p:cNvSpPr>
          <p:nvPr/>
        </p:nvSpPr>
        <p:spPr>
          <a:xfrm>
            <a:off x="1512478" y="379350"/>
            <a:ext cx="4089030" cy="598645"/>
          </a:xfrm>
          <a:prstGeom prst="rect">
            <a:avLst/>
          </a:prstGeom>
        </p:spPr>
        <p:txBody>
          <a:bodyPr vert="horz" lIns="91440" tIns="45720" rIns="91440" bIns="45720" rtlCol="0" anchor="t">
            <a:no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4000" dirty="0"/>
              <a:t>History &amp; Mission</a:t>
            </a:r>
          </a:p>
        </p:txBody>
      </p:sp>
      <p:sp>
        <p:nvSpPr>
          <p:cNvPr id="7" name="Title 1">
            <a:extLst>
              <a:ext uri="{FF2B5EF4-FFF2-40B4-BE49-F238E27FC236}">
                <a16:creationId xmlns:a16="http://schemas.microsoft.com/office/drawing/2014/main" id="{87464BE4-219F-2630-3404-106858CE7582}"/>
              </a:ext>
            </a:extLst>
          </p:cNvPr>
          <p:cNvSpPr txBox="1">
            <a:spLocks/>
          </p:cNvSpPr>
          <p:nvPr/>
        </p:nvSpPr>
        <p:spPr>
          <a:xfrm>
            <a:off x="1417871" y="3639594"/>
            <a:ext cx="2085975" cy="439672"/>
          </a:xfrm>
          <a:prstGeom prst="rect">
            <a:avLst/>
          </a:prstGeom>
        </p:spPr>
        <p:txBody>
          <a:bodyPr vert="horz" lIns="91440" tIns="45720" rIns="91440" bIns="45720" rtlCol="0" anchor="t">
            <a:no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r>
              <a:rPr lang="en-US" sz="4000" dirty="0"/>
              <a:t>Location</a:t>
            </a:r>
          </a:p>
        </p:txBody>
      </p:sp>
      <p:pic>
        <p:nvPicPr>
          <p:cNvPr id="9" name="Picture 2" descr="A group of people holding hands on a planet&#10;&#10;Description automatically generated">
            <a:extLst>
              <a:ext uri="{FF2B5EF4-FFF2-40B4-BE49-F238E27FC236}">
                <a16:creationId xmlns:a16="http://schemas.microsoft.com/office/drawing/2014/main" id="{AB1B2A5E-93DC-5FFC-693D-7C455BA6D1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07" r="2811" b="2"/>
          <a:stretch/>
        </p:blipFill>
        <p:spPr bwMode="auto">
          <a:xfrm>
            <a:off x="11001374" y="175338"/>
            <a:ext cx="971550" cy="1353753"/>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sp>
        <p:nvSpPr>
          <p:cNvPr id="10" name="Chevron 9">
            <a:extLst>
              <a:ext uri="{FF2B5EF4-FFF2-40B4-BE49-F238E27FC236}">
                <a16:creationId xmlns:a16="http://schemas.microsoft.com/office/drawing/2014/main" id="{F6F3CF98-4C66-A1D1-0102-8A8559CB7E47}"/>
              </a:ext>
            </a:extLst>
          </p:cNvPr>
          <p:cNvSpPr/>
          <p:nvPr/>
        </p:nvSpPr>
        <p:spPr>
          <a:xfrm>
            <a:off x="1273642" y="477178"/>
            <a:ext cx="303283" cy="313209"/>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13" name="Chevron 12">
            <a:extLst>
              <a:ext uri="{FF2B5EF4-FFF2-40B4-BE49-F238E27FC236}">
                <a16:creationId xmlns:a16="http://schemas.microsoft.com/office/drawing/2014/main" id="{EB4CCED0-164F-FDC6-1B85-24E7400B428F}"/>
              </a:ext>
            </a:extLst>
          </p:cNvPr>
          <p:cNvSpPr/>
          <p:nvPr/>
        </p:nvSpPr>
        <p:spPr>
          <a:xfrm>
            <a:off x="1301408" y="3786013"/>
            <a:ext cx="303283" cy="313209"/>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17" name="Title 1">
            <a:extLst>
              <a:ext uri="{FF2B5EF4-FFF2-40B4-BE49-F238E27FC236}">
                <a16:creationId xmlns:a16="http://schemas.microsoft.com/office/drawing/2014/main" id="{6F695108-29C2-F7DE-AF42-85D41ECDC0B6}"/>
              </a:ext>
            </a:extLst>
          </p:cNvPr>
          <p:cNvSpPr txBox="1">
            <a:spLocks/>
          </p:cNvSpPr>
          <p:nvPr/>
        </p:nvSpPr>
        <p:spPr>
          <a:xfrm>
            <a:off x="1417871" y="1084694"/>
            <a:ext cx="9110663" cy="2253493"/>
          </a:xfrm>
          <a:prstGeom prst="rect">
            <a:avLst/>
          </a:prstGeom>
        </p:spPr>
        <p:txBody>
          <a:bodyPr vert="horz" lIns="91440" tIns="45720" rIns="91440" bIns="45720" rtlCol="0" anchor="t">
            <a:no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000" dirty="0"/>
              <a:t>The Trauma Resource Institute (TRI) is a non-profit organization that empowers global communities by promoting healing and resiliency through trauma education. Their mission is rooted in neuroscience and body wisdom, fostering change by training individuals in accessible, affordable, and adaptable practices. They believe every person has natural resilience, and trauma recovery should be gentle, effective, and culturally sensitive. TRI emphasizes making trauma education and treatment available, building community strength by empowering local leaders, and reducing reliance on external experts.</a:t>
            </a:r>
          </a:p>
        </p:txBody>
      </p:sp>
      <p:pic>
        <p:nvPicPr>
          <p:cNvPr id="22" name="Picture 21">
            <a:extLst>
              <a:ext uri="{FF2B5EF4-FFF2-40B4-BE49-F238E27FC236}">
                <a16:creationId xmlns:a16="http://schemas.microsoft.com/office/drawing/2014/main" id="{DC4D4084-C0D9-6936-385F-98F4CF28BAA3}"/>
              </a:ext>
            </a:extLst>
          </p:cNvPr>
          <p:cNvPicPr>
            <a:picLocks noChangeAspect="1"/>
          </p:cNvPicPr>
          <p:nvPr/>
        </p:nvPicPr>
        <p:blipFill>
          <a:blip r:embed="rId4"/>
          <a:stretch>
            <a:fillRect/>
          </a:stretch>
        </p:blipFill>
        <p:spPr>
          <a:xfrm>
            <a:off x="1273642" y="4288330"/>
            <a:ext cx="5498633" cy="2303600"/>
          </a:xfrm>
          <a:prstGeom prst="rect">
            <a:avLst/>
          </a:prstGeom>
        </p:spPr>
      </p:pic>
      <p:sp>
        <p:nvSpPr>
          <p:cNvPr id="24" name="TextBox 23">
            <a:extLst>
              <a:ext uri="{FF2B5EF4-FFF2-40B4-BE49-F238E27FC236}">
                <a16:creationId xmlns:a16="http://schemas.microsoft.com/office/drawing/2014/main" id="{DAEC1491-77F8-1ED9-F6AE-40D4B5E16C6E}"/>
              </a:ext>
            </a:extLst>
          </p:cNvPr>
          <p:cNvSpPr txBox="1"/>
          <p:nvPr/>
        </p:nvSpPr>
        <p:spPr>
          <a:xfrm>
            <a:off x="3503846" y="3732111"/>
            <a:ext cx="2193897" cy="461665"/>
          </a:xfrm>
          <a:prstGeom prst="rect">
            <a:avLst/>
          </a:prstGeom>
          <a:noFill/>
        </p:spPr>
        <p:txBody>
          <a:bodyPr wrap="square">
            <a:spAutoFit/>
          </a:bodyPr>
          <a:lstStyle/>
          <a:p>
            <a:r>
              <a:rPr lang="en-US" sz="1200" b="0" i="0" dirty="0">
                <a:solidFill>
                  <a:srgbClr val="0C0303"/>
                </a:solidFill>
                <a:effectLst/>
              </a:rPr>
              <a:t>427 N. Yale Ave., #202</a:t>
            </a:r>
            <a:br>
              <a:rPr lang="en-US" sz="1200" dirty="0"/>
            </a:br>
            <a:r>
              <a:rPr lang="en-US" sz="1200" b="0" i="0" dirty="0">
                <a:solidFill>
                  <a:srgbClr val="0C0303"/>
                </a:solidFill>
                <a:effectLst/>
              </a:rPr>
              <a:t>Claremont, CA 91711</a:t>
            </a:r>
            <a:endParaRPr lang="en-US" sz="1200" dirty="0"/>
          </a:p>
        </p:txBody>
      </p:sp>
    </p:spTree>
    <p:extLst>
      <p:ext uri="{BB962C8B-B14F-4D97-AF65-F5344CB8AC3E}">
        <p14:creationId xmlns:p14="http://schemas.microsoft.com/office/powerpoint/2010/main" val="3114228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5F1943E-3964-A42B-072E-81CEB7C23AF4}"/>
              </a:ext>
            </a:extLst>
          </p:cNvPr>
          <p:cNvSpPr>
            <a:spLocks noGrp="1"/>
          </p:cNvSpPr>
          <p:nvPr>
            <p:ph type="title"/>
          </p:nvPr>
        </p:nvSpPr>
        <p:spPr>
          <a:xfrm>
            <a:off x="976967" y="645643"/>
            <a:ext cx="4932645" cy="1077229"/>
          </a:xfrm>
        </p:spPr>
        <p:txBody>
          <a:bodyPr>
            <a:normAutofit/>
          </a:bodyPr>
          <a:lstStyle/>
          <a:p>
            <a:r>
              <a:rPr lang="en-US" sz="4000" dirty="0"/>
              <a:t>Business Objectives</a:t>
            </a:r>
          </a:p>
        </p:txBody>
      </p:sp>
      <p:sp>
        <p:nvSpPr>
          <p:cNvPr id="5" name="TextBox 4">
            <a:extLst>
              <a:ext uri="{FF2B5EF4-FFF2-40B4-BE49-F238E27FC236}">
                <a16:creationId xmlns:a16="http://schemas.microsoft.com/office/drawing/2014/main" id="{55ACAB27-0952-6DCB-295D-5C33AC026176}"/>
              </a:ext>
            </a:extLst>
          </p:cNvPr>
          <p:cNvSpPr txBox="1"/>
          <p:nvPr/>
        </p:nvSpPr>
        <p:spPr>
          <a:xfrm>
            <a:off x="0" y="0"/>
            <a:ext cx="971551" cy="6858000"/>
          </a:xfrm>
          <a:prstGeom prst="rect">
            <a:avLst/>
          </a:prstGeom>
          <a:blipFill dpi="0" rotWithShape="1">
            <a:blip r:embed="rId2">
              <a:alphaModFix amt="36691"/>
            </a:blip>
            <a:srcRect/>
            <a:tile tx="0" ty="0" sx="100000" sy="100000" flip="none" algn="tl"/>
          </a:blipFill>
        </p:spPr>
        <p:txBody>
          <a:bodyPr wrap="square" rtlCol="0">
            <a:spAutoFit/>
          </a:bodyPr>
          <a:lstStyle/>
          <a:p>
            <a:endParaRPr lang="en-US"/>
          </a:p>
        </p:txBody>
      </p:sp>
      <p:pic>
        <p:nvPicPr>
          <p:cNvPr id="6" name="Picture 2" descr="A group of people holding hands on a planet&#10;&#10;Description automatically generated">
            <a:extLst>
              <a:ext uri="{FF2B5EF4-FFF2-40B4-BE49-F238E27FC236}">
                <a16:creationId xmlns:a16="http://schemas.microsoft.com/office/drawing/2014/main" id="{F0CDA556-51A0-4856-1694-FC94D828FB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07" r="2811" b="2"/>
          <a:stretch/>
        </p:blipFill>
        <p:spPr bwMode="auto">
          <a:xfrm>
            <a:off x="11001374" y="175338"/>
            <a:ext cx="971550" cy="1353753"/>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F94DBB07-0B36-9C7D-8E68-FB3E5903AC6C}"/>
              </a:ext>
            </a:extLst>
          </p:cNvPr>
          <p:cNvSpPr txBox="1">
            <a:spLocks/>
          </p:cNvSpPr>
          <p:nvPr/>
        </p:nvSpPr>
        <p:spPr>
          <a:xfrm>
            <a:off x="6246245" y="654015"/>
            <a:ext cx="4755128" cy="107722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Project Objectives</a:t>
            </a:r>
          </a:p>
        </p:txBody>
      </p:sp>
      <p:cxnSp>
        <p:nvCxnSpPr>
          <p:cNvPr id="9" name="Straight Connector 8">
            <a:extLst>
              <a:ext uri="{FF2B5EF4-FFF2-40B4-BE49-F238E27FC236}">
                <a16:creationId xmlns:a16="http://schemas.microsoft.com/office/drawing/2014/main" id="{085A00C7-BB0C-69BB-2F6A-7039F9F12BFE}"/>
              </a:ext>
            </a:extLst>
          </p:cNvPr>
          <p:cNvCxnSpPr/>
          <p:nvPr/>
        </p:nvCxnSpPr>
        <p:spPr>
          <a:xfrm>
            <a:off x="5909612" y="1180071"/>
            <a:ext cx="0" cy="5500688"/>
          </a:xfrm>
          <a:prstGeom prst="line">
            <a:avLst/>
          </a:prstGeom>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9A50FFFF-CB36-8FA0-D050-90853F9E4EBC}"/>
              </a:ext>
            </a:extLst>
          </p:cNvPr>
          <p:cNvSpPr txBox="1">
            <a:spLocks/>
          </p:cNvSpPr>
          <p:nvPr/>
        </p:nvSpPr>
        <p:spPr>
          <a:xfrm>
            <a:off x="971551" y="1398119"/>
            <a:ext cx="4932645" cy="34596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en-US" sz="2000" dirty="0"/>
              <a:t>Generate sign-ups for their certification classes</a:t>
            </a:r>
          </a:p>
          <a:p>
            <a:pPr marL="571500" indent="-571500">
              <a:buFont typeface="Arial" panose="020B0604020202020204" pitchFamily="34" charset="0"/>
              <a:buChar char="•"/>
            </a:pPr>
            <a:endParaRPr lang="en-US" sz="2000" dirty="0"/>
          </a:p>
          <a:p>
            <a:pPr marL="571500" indent="-571500">
              <a:buFont typeface="Arial" panose="020B0604020202020204" pitchFamily="34" charset="0"/>
              <a:buChar char="•"/>
            </a:pPr>
            <a:r>
              <a:rPr lang="en-US" sz="2000" dirty="0"/>
              <a:t>Educate people and communities about the two models and functionality </a:t>
            </a:r>
          </a:p>
          <a:p>
            <a:pPr marL="571500" indent="-571500">
              <a:buFont typeface="Arial" panose="020B0604020202020204" pitchFamily="34" charset="0"/>
              <a:buChar char="•"/>
            </a:pPr>
            <a:endParaRPr lang="en-US" sz="2000" dirty="0"/>
          </a:p>
          <a:p>
            <a:pPr marL="571500" indent="-571500">
              <a:buFont typeface="Arial" panose="020B0604020202020204" pitchFamily="34" charset="0"/>
              <a:buChar char="•"/>
            </a:pPr>
            <a:r>
              <a:rPr lang="en-US" sz="2000" dirty="0"/>
              <a:t>Destigmatize asking for help and teaching others how to become better and stronger individuals</a:t>
            </a:r>
          </a:p>
          <a:p>
            <a:endParaRPr lang="en-US" sz="2000" dirty="0"/>
          </a:p>
        </p:txBody>
      </p:sp>
      <p:sp>
        <p:nvSpPr>
          <p:cNvPr id="11" name="Title 1">
            <a:extLst>
              <a:ext uri="{FF2B5EF4-FFF2-40B4-BE49-F238E27FC236}">
                <a16:creationId xmlns:a16="http://schemas.microsoft.com/office/drawing/2014/main" id="{6DB73C95-3D65-C556-BED0-28E559AD63A8}"/>
              </a:ext>
            </a:extLst>
          </p:cNvPr>
          <p:cNvSpPr txBox="1">
            <a:spLocks/>
          </p:cNvSpPr>
          <p:nvPr/>
        </p:nvSpPr>
        <p:spPr>
          <a:xfrm>
            <a:off x="6282389" y="1398118"/>
            <a:ext cx="4932645" cy="20308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en-US" sz="2000" dirty="0"/>
              <a:t>Project Objective 1</a:t>
            </a:r>
          </a:p>
          <a:p>
            <a:pPr marL="571500" indent="-571500">
              <a:buFont typeface="Arial" panose="020B0604020202020204" pitchFamily="34" charset="0"/>
              <a:buChar char="•"/>
            </a:pPr>
            <a:endParaRPr lang="en-US" sz="2000" dirty="0"/>
          </a:p>
          <a:p>
            <a:pPr marL="571500" indent="-571500">
              <a:buFont typeface="Arial" panose="020B0604020202020204" pitchFamily="34" charset="0"/>
              <a:buChar char="•"/>
            </a:pPr>
            <a:r>
              <a:rPr lang="en-US" sz="2000" dirty="0"/>
              <a:t>Project Objective 2</a:t>
            </a:r>
          </a:p>
          <a:p>
            <a:pPr marL="571500" indent="-571500">
              <a:buFont typeface="Arial" panose="020B0604020202020204" pitchFamily="34" charset="0"/>
              <a:buChar char="•"/>
            </a:pPr>
            <a:endParaRPr lang="en-US" sz="2000" dirty="0"/>
          </a:p>
          <a:p>
            <a:pPr marL="571500" indent="-571500">
              <a:buFont typeface="Arial" panose="020B0604020202020204" pitchFamily="34" charset="0"/>
              <a:buChar char="•"/>
            </a:pPr>
            <a:r>
              <a:rPr lang="en-US" sz="2000" dirty="0"/>
              <a:t>Project Objective 3</a:t>
            </a:r>
          </a:p>
          <a:p>
            <a:endParaRPr lang="en-US" sz="2000" dirty="0"/>
          </a:p>
        </p:txBody>
      </p:sp>
    </p:spTree>
    <p:extLst>
      <p:ext uri="{BB962C8B-B14F-4D97-AF65-F5344CB8AC3E}">
        <p14:creationId xmlns:p14="http://schemas.microsoft.com/office/powerpoint/2010/main" val="2499345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F9A6A0F-8E0A-8580-272B-9E3635917EF3}"/>
              </a:ext>
            </a:extLst>
          </p:cNvPr>
          <p:cNvSpPr>
            <a:spLocks noGrp="1"/>
          </p:cNvSpPr>
          <p:nvPr>
            <p:ph type="title"/>
          </p:nvPr>
        </p:nvSpPr>
        <p:spPr>
          <a:xfrm>
            <a:off x="917012" y="679468"/>
            <a:ext cx="10998764" cy="1077229"/>
          </a:xfrm>
        </p:spPr>
        <p:txBody>
          <a:bodyPr>
            <a:normAutofit fontScale="90000"/>
          </a:bodyPr>
          <a:lstStyle/>
          <a:p>
            <a:r>
              <a:rPr lang="en-US" dirty="0"/>
              <a:t>Methods to be used to achieve project objectives</a:t>
            </a:r>
            <a:br>
              <a:rPr lang="en-US" dirty="0"/>
            </a:br>
            <a:endParaRPr lang="en-US" dirty="0"/>
          </a:p>
        </p:txBody>
      </p:sp>
      <p:sp>
        <p:nvSpPr>
          <p:cNvPr id="5" name="TextBox 4">
            <a:extLst>
              <a:ext uri="{FF2B5EF4-FFF2-40B4-BE49-F238E27FC236}">
                <a16:creationId xmlns:a16="http://schemas.microsoft.com/office/drawing/2014/main" id="{2BCD510B-3779-5B61-C3A8-7E1870B9C35F}"/>
              </a:ext>
            </a:extLst>
          </p:cNvPr>
          <p:cNvSpPr txBox="1"/>
          <p:nvPr/>
        </p:nvSpPr>
        <p:spPr>
          <a:xfrm>
            <a:off x="0" y="0"/>
            <a:ext cx="971551" cy="6858000"/>
          </a:xfrm>
          <a:prstGeom prst="rect">
            <a:avLst/>
          </a:prstGeom>
          <a:blipFill dpi="0" rotWithShape="1">
            <a:blip r:embed="rId2">
              <a:alphaModFix amt="36691"/>
            </a:blip>
            <a:srcRect/>
            <a:tile tx="0" ty="0" sx="100000" sy="100000" flip="none" algn="tl"/>
          </a:blipFill>
        </p:spPr>
        <p:txBody>
          <a:bodyPr wrap="square" rtlCol="0">
            <a:spAutoFit/>
          </a:bodyPr>
          <a:lstStyle/>
          <a:p>
            <a:endParaRPr lang="en-US"/>
          </a:p>
        </p:txBody>
      </p:sp>
      <p:pic>
        <p:nvPicPr>
          <p:cNvPr id="6" name="Picture 2" descr="A group of people holding hands on a planet&#10;&#10;Description automatically generated">
            <a:extLst>
              <a:ext uri="{FF2B5EF4-FFF2-40B4-BE49-F238E27FC236}">
                <a16:creationId xmlns:a16="http://schemas.microsoft.com/office/drawing/2014/main" id="{3C6FFF8E-7136-C5F7-F4F5-6E8BBD632D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07" r="2811" b="2"/>
          <a:stretch/>
        </p:blipFill>
        <p:spPr bwMode="auto">
          <a:xfrm>
            <a:off x="11001374" y="175338"/>
            <a:ext cx="971550" cy="1353753"/>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84562AF4-9335-75EB-A1F7-4B66C615BA3B}"/>
              </a:ext>
            </a:extLst>
          </p:cNvPr>
          <p:cNvSpPr/>
          <p:nvPr/>
        </p:nvSpPr>
        <p:spPr>
          <a:xfrm>
            <a:off x="1185862" y="1756697"/>
            <a:ext cx="5057775" cy="4572000"/>
          </a:xfrm>
          <a:prstGeom prst="rect">
            <a:avLst/>
          </a:prstGeom>
          <a:solidFill>
            <a:schemeClr val="accent6">
              <a:lumMod val="20000"/>
              <a:lumOff val="80000"/>
            </a:schemeClr>
          </a:solidFill>
          <a:ln>
            <a:solidFill>
              <a:schemeClr val="accent3">
                <a:lumMod val="5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DB3FD61-9901-D747-6F1D-7E4146B227E4}"/>
              </a:ext>
            </a:extLst>
          </p:cNvPr>
          <p:cNvSpPr/>
          <p:nvPr/>
        </p:nvSpPr>
        <p:spPr>
          <a:xfrm>
            <a:off x="6550819" y="1756697"/>
            <a:ext cx="5057775" cy="4572000"/>
          </a:xfrm>
          <a:prstGeom prst="rect">
            <a:avLst/>
          </a:prstGeom>
          <a:solidFill>
            <a:schemeClr val="accent6">
              <a:lumMod val="20000"/>
              <a:lumOff val="80000"/>
            </a:schemeClr>
          </a:solidFill>
          <a:ln>
            <a:solidFill>
              <a:schemeClr val="accent3">
                <a:lumMod val="5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3905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F9A6A0F-8E0A-8580-272B-9E3635917EF3}"/>
              </a:ext>
            </a:extLst>
          </p:cNvPr>
          <p:cNvSpPr>
            <a:spLocks noGrp="1"/>
          </p:cNvSpPr>
          <p:nvPr>
            <p:ph type="title"/>
          </p:nvPr>
        </p:nvSpPr>
        <p:spPr>
          <a:xfrm>
            <a:off x="917012" y="679468"/>
            <a:ext cx="10998764" cy="1077229"/>
          </a:xfrm>
        </p:spPr>
        <p:txBody>
          <a:bodyPr>
            <a:normAutofit fontScale="90000"/>
          </a:bodyPr>
          <a:lstStyle/>
          <a:p>
            <a:r>
              <a:rPr lang="en-US" dirty="0"/>
              <a:t>Methods to be used to achieve project objectives</a:t>
            </a:r>
            <a:br>
              <a:rPr lang="en-US" dirty="0"/>
            </a:br>
            <a:endParaRPr lang="en-US" dirty="0"/>
          </a:p>
        </p:txBody>
      </p:sp>
      <p:sp>
        <p:nvSpPr>
          <p:cNvPr id="5" name="TextBox 4">
            <a:extLst>
              <a:ext uri="{FF2B5EF4-FFF2-40B4-BE49-F238E27FC236}">
                <a16:creationId xmlns:a16="http://schemas.microsoft.com/office/drawing/2014/main" id="{2BCD510B-3779-5B61-C3A8-7E1870B9C35F}"/>
              </a:ext>
            </a:extLst>
          </p:cNvPr>
          <p:cNvSpPr txBox="1"/>
          <p:nvPr/>
        </p:nvSpPr>
        <p:spPr>
          <a:xfrm>
            <a:off x="0" y="0"/>
            <a:ext cx="971551" cy="6858000"/>
          </a:xfrm>
          <a:prstGeom prst="rect">
            <a:avLst/>
          </a:prstGeom>
          <a:blipFill dpi="0" rotWithShape="1">
            <a:blip r:embed="rId2">
              <a:alphaModFix amt="36691"/>
            </a:blip>
            <a:srcRect/>
            <a:tile tx="0" ty="0" sx="100000" sy="100000" flip="none" algn="tl"/>
          </a:blipFill>
        </p:spPr>
        <p:txBody>
          <a:bodyPr wrap="square" rtlCol="0">
            <a:spAutoFit/>
          </a:bodyPr>
          <a:lstStyle/>
          <a:p>
            <a:endParaRPr lang="en-US"/>
          </a:p>
        </p:txBody>
      </p:sp>
      <p:pic>
        <p:nvPicPr>
          <p:cNvPr id="6" name="Picture 2" descr="A group of people holding hands on a planet&#10;&#10;Description automatically generated">
            <a:extLst>
              <a:ext uri="{FF2B5EF4-FFF2-40B4-BE49-F238E27FC236}">
                <a16:creationId xmlns:a16="http://schemas.microsoft.com/office/drawing/2014/main" id="{3C6FFF8E-7136-C5F7-F4F5-6E8BBD632D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07" r="2811" b="2"/>
          <a:stretch/>
        </p:blipFill>
        <p:spPr bwMode="auto">
          <a:xfrm>
            <a:off x="11001374" y="175338"/>
            <a:ext cx="971550" cy="1353753"/>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84562AF4-9335-75EB-A1F7-4B66C615BA3B}"/>
              </a:ext>
            </a:extLst>
          </p:cNvPr>
          <p:cNvSpPr/>
          <p:nvPr/>
        </p:nvSpPr>
        <p:spPr>
          <a:xfrm>
            <a:off x="1185862" y="1756697"/>
            <a:ext cx="5057775" cy="4572000"/>
          </a:xfrm>
          <a:prstGeom prst="rect">
            <a:avLst/>
          </a:prstGeom>
          <a:solidFill>
            <a:schemeClr val="accent6">
              <a:lumMod val="20000"/>
              <a:lumOff val="80000"/>
            </a:schemeClr>
          </a:solidFill>
          <a:ln>
            <a:solidFill>
              <a:schemeClr val="accent3">
                <a:lumMod val="5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DB3FD61-9901-D747-6F1D-7E4146B227E4}"/>
              </a:ext>
            </a:extLst>
          </p:cNvPr>
          <p:cNvSpPr/>
          <p:nvPr/>
        </p:nvSpPr>
        <p:spPr>
          <a:xfrm>
            <a:off x="6550819" y="1756697"/>
            <a:ext cx="5057775" cy="4572000"/>
          </a:xfrm>
          <a:prstGeom prst="rect">
            <a:avLst/>
          </a:prstGeom>
          <a:solidFill>
            <a:schemeClr val="accent6">
              <a:lumMod val="20000"/>
              <a:lumOff val="80000"/>
            </a:schemeClr>
          </a:solidFill>
          <a:ln>
            <a:solidFill>
              <a:schemeClr val="accent3">
                <a:lumMod val="5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0726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C12810B-EEEA-84B8-20CD-B3F935ABE080}"/>
              </a:ext>
            </a:extLst>
          </p:cNvPr>
          <p:cNvSpPr>
            <a:spLocks noGrp="1"/>
          </p:cNvSpPr>
          <p:nvPr>
            <p:ph type="title"/>
          </p:nvPr>
        </p:nvSpPr>
        <p:spPr>
          <a:xfrm>
            <a:off x="3528818" y="451862"/>
            <a:ext cx="7958331" cy="1077229"/>
          </a:xfrm>
        </p:spPr>
        <p:txBody>
          <a:bodyPr>
            <a:normAutofit/>
          </a:bodyPr>
          <a:lstStyle/>
          <a:p>
            <a:pPr algn="l"/>
            <a:r>
              <a:rPr lang="en-US" sz="4000" b="0" i="0" dirty="0">
                <a:effectLst/>
              </a:rPr>
              <a:t>A Mockup Deliverable</a:t>
            </a:r>
            <a:endParaRPr lang="en-US" sz="4000" dirty="0"/>
          </a:p>
        </p:txBody>
      </p:sp>
      <p:sp>
        <p:nvSpPr>
          <p:cNvPr id="5" name="TextBox 4">
            <a:extLst>
              <a:ext uri="{FF2B5EF4-FFF2-40B4-BE49-F238E27FC236}">
                <a16:creationId xmlns:a16="http://schemas.microsoft.com/office/drawing/2014/main" id="{068E3295-9412-5F33-D1B2-BBD4A61413F5}"/>
              </a:ext>
            </a:extLst>
          </p:cNvPr>
          <p:cNvSpPr txBox="1"/>
          <p:nvPr/>
        </p:nvSpPr>
        <p:spPr>
          <a:xfrm>
            <a:off x="0" y="0"/>
            <a:ext cx="971551" cy="6858000"/>
          </a:xfrm>
          <a:prstGeom prst="rect">
            <a:avLst/>
          </a:prstGeom>
          <a:blipFill dpi="0" rotWithShape="1">
            <a:blip r:embed="rId2">
              <a:alphaModFix amt="36691"/>
            </a:blip>
            <a:srcRect/>
            <a:tile tx="0" ty="0" sx="100000" sy="100000" flip="none" algn="tl"/>
          </a:blipFill>
        </p:spPr>
        <p:txBody>
          <a:bodyPr wrap="square" rtlCol="0">
            <a:spAutoFit/>
          </a:bodyPr>
          <a:lstStyle/>
          <a:p>
            <a:endParaRPr lang="en-US"/>
          </a:p>
        </p:txBody>
      </p:sp>
      <p:pic>
        <p:nvPicPr>
          <p:cNvPr id="6" name="Picture 2" descr="A group of people holding hands on a planet&#10;&#10;Description automatically generated">
            <a:extLst>
              <a:ext uri="{FF2B5EF4-FFF2-40B4-BE49-F238E27FC236}">
                <a16:creationId xmlns:a16="http://schemas.microsoft.com/office/drawing/2014/main" id="{B83BC0EF-8BEB-3903-1873-CC14D59E3D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07" r="2811" b="2"/>
          <a:stretch/>
        </p:blipFill>
        <p:spPr bwMode="auto">
          <a:xfrm>
            <a:off x="11001374" y="175338"/>
            <a:ext cx="971550" cy="1353753"/>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39398805-AE01-456E-2027-C9CB6FEBFF79}"/>
              </a:ext>
            </a:extLst>
          </p:cNvPr>
          <p:cNvSpPr/>
          <p:nvPr/>
        </p:nvSpPr>
        <p:spPr>
          <a:xfrm>
            <a:off x="1185862" y="1756697"/>
            <a:ext cx="9815512" cy="4572000"/>
          </a:xfrm>
          <a:prstGeom prst="rect">
            <a:avLst/>
          </a:prstGeom>
          <a:solidFill>
            <a:schemeClr val="accent6">
              <a:lumMod val="20000"/>
              <a:lumOff val="80000"/>
            </a:schemeClr>
          </a:solidFill>
          <a:ln>
            <a:solidFill>
              <a:schemeClr val="accent3">
                <a:lumMod val="5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1346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C12810B-EEEA-84B8-20CD-B3F935ABE080}"/>
              </a:ext>
            </a:extLst>
          </p:cNvPr>
          <p:cNvSpPr>
            <a:spLocks noGrp="1"/>
          </p:cNvSpPr>
          <p:nvPr>
            <p:ph type="title"/>
          </p:nvPr>
        </p:nvSpPr>
        <p:spPr>
          <a:xfrm>
            <a:off x="3528818" y="451862"/>
            <a:ext cx="7958331" cy="1077229"/>
          </a:xfrm>
        </p:spPr>
        <p:txBody>
          <a:bodyPr>
            <a:normAutofit/>
          </a:bodyPr>
          <a:lstStyle/>
          <a:p>
            <a:pPr algn="l"/>
            <a:r>
              <a:rPr lang="en-US" sz="4000" b="0" i="0" dirty="0">
                <a:effectLst/>
              </a:rPr>
              <a:t>A Mockup Deliverable</a:t>
            </a:r>
            <a:endParaRPr lang="en-US" sz="4000" dirty="0"/>
          </a:p>
        </p:txBody>
      </p:sp>
      <p:sp>
        <p:nvSpPr>
          <p:cNvPr id="5" name="TextBox 4">
            <a:extLst>
              <a:ext uri="{FF2B5EF4-FFF2-40B4-BE49-F238E27FC236}">
                <a16:creationId xmlns:a16="http://schemas.microsoft.com/office/drawing/2014/main" id="{068E3295-9412-5F33-D1B2-BBD4A61413F5}"/>
              </a:ext>
            </a:extLst>
          </p:cNvPr>
          <p:cNvSpPr txBox="1"/>
          <p:nvPr/>
        </p:nvSpPr>
        <p:spPr>
          <a:xfrm>
            <a:off x="0" y="0"/>
            <a:ext cx="971551" cy="6858000"/>
          </a:xfrm>
          <a:prstGeom prst="rect">
            <a:avLst/>
          </a:prstGeom>
          <a:blipFill dpi="0" rotWithShape="1">
            <a:blip r:embed="rId2">
              <a:alphaModFix amt="36691"/>
            </a:blip>
            <a:srcRect/>
            <a:tile tx="0" ty="0" sx="100000" sy="100000" flip="none" algn="tl"/>
          </a:blipFill>
        </p:spPr>
        <p:txBody>
          <a:bodyPr wrap="square" rtlCol="0">
            <a:spAutoFit/>
          </a:bodyPr>
          <a:lstStyle/>
          <a:p>
            <a:endParaRPr lang="en-US"/>
          </a:p>
        </p:txBody>
      </p:sp>
      <p:pic>
        <p:nvPicPr>
          <p:cNvPr id="6" name="Picture 2" descr="A group of people holding hands on a planet&#10;&#10;Description automatically generated">
            <a:extLst>
              <a:ext uri="{FF2B5EF4-FFF2-40B4-BE49-F238E27FC236}">
                <a16:creationId xmlns:a16="http://schemas.microsoft.com/office/drawing/2014/main" id="{B83BC0EF-8BEB-3903-1873-CC14D59E3D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07" r="2811" b="2"/>
          <a:stretch/>
        </p:blipFill>
        <p:spPr bwMode="auto">
          <a:xfrm>
            <a:off x="11001374" y="175338"/>
            <a:ext cx="971550" cy="1353753"/>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39398805-AE01-456E-2027-C9CB6FEBFF79}"/>
              </a:ext>
            </a:extLst>
          </p:cNvPr>
          <p:cNvSpPr/>
          <p:nvPr/>
        </p:nvSpPr>
        <p:spPr>
          <a:xfrm>
            <a:off x="1185862" y="1756697"/>
            <a:ext cx="9815512" cy="4572000"/>
          </a:xfrm>
          <a:prstGeom prst="rect">
            <a:avLst/>
          </a:prstGeom>
          <a:solidFill>
            <a:schemeClr val="accent6">
              <a:lumMod val="20000"/>
              <a:lumOff val="80000"/>
            </a:schemeClr>
          </a:solidFill>
          <a:ln>
            <a:solidFill>
              <a:schemeClr val="accent3">
                <a:lumMod val="5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2061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A054CFE-BF22-047D-1C9D-C372DC83366A}"/>
              </a:ext>
            </a:extLst>
          </p:cNvPr>
          <p:cNvSpPr>
            <a:spLocks noGrp="1"/>
          </p:cNvSpPr>
          <p:nvPr>
            <p:ph type="title"/>
          </p:nvPr>
        </p:nvSpPr>
        <p:spPr>
          <a:xfrm>
            <a:off x="3297608" y="451862"/>
            <a:ext cx="7958331" cy="1077229"/>
          </a:xfrm>
        </p:spPr>
        <p:txBody>
          <a:bodyPr>
            <a:normAutofit/>
          </a:bodyPr>
          <a:lstStyle/>
          <a:p>
            <a:pPr algn="l"/>
            <a:r>
              <a:rPr lang="en-US" sz="4000" b="0" i="0" dirty="0">
                <a:effectLst/>
              </a:rPr>
              <a:t>Timeline and Deliverable</a:t>
            </a:r>
            <a:endParaRPr lang="en-US" sz="4000" dirty="0"/>
          </a:p>
        </p:txBody>
      </p:sp>
      <p:sp>
        <p:nvSpPr>
          <p:cNvPr id="5" name="TextBox 4">
            <a:extLst>
              <a:ext uri="{FF2B5EF4-FFF2-40B4-BE49-F238E27FC236}">
                <a16:creationId xmlns:a16="http://schemas.microsoft.com/office/drawing/2014/main" id="{03F37AA4-D037-E3B3-4619-89695AA012D2}"/>
              </a:ext>
            </a:extLst>
          </p:cNvPr>
          <p:cNvSpPr txBox="1"/>
          <p:nvPr/>
        </p:nvSpPr>
        <p:spPr>
          <a:xfrm>
            <a:off x="0" y="0"/>
            <a:ext cx="971551" cy="6858000"/>
          </a:xfrm>
          <a:prstGeom prst="rect">
            <a:avLst/>
          </a:prstGeom>
          <a:blipFill dpi="0" rotWithShape="1">
            <a:blip r:embed="rId2">
              <a:alphaModFix amt="36691"/>
            </a:blip>
            <a:srcRect/>
            <a:tile tx="0" ty="0" sx="100000" sy="100000" flip="none" algn="tl"/>
          </a:blipFill>
        </p:spPr>
        <p:txBody>
          <a:bodyPr wrap="square" rtlCol="0">
            <a:spAutoFit/>
          </a:bodyPr>
          <a:lstStyle/>
          <a:p>
            <a:endParaRPr lang="en-US"/>
          </a:p>
        </p:txBody>
      </p:sp>
      <p:pic>
        <p:nvPicPr>
          <p:cNvPr id="6" name="Picture 2" descr="A group of people holding hands on a planet&#10;&#10;Description automatically generated">
            <a:extLst>
              <a:ext uri="{FF2B5EF4-FFF2-40B4-BE49-F238E27FC236}">
                <a16:creationId xmlns:a16="http://schemas.microsoft.com/office/drawing/2014/main" id="{59D48B82-F1AA-A61C-A7BA-6B8A770CB7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07" r="2811" b="2"/>
          <a:stretch/>
        </p:blipFill>
        <p:spPr bwMode="auto">
          <a:xfrm>
            <a:off x="11001374" y="175338"/>
            <a:ext cx="971550" cy="1353753"/>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0C0BF239-820D-BE07-316F-3A60D6254546}"/>
              </a:ext>
            </a:extLst>
          </p:cNvPr>
          <p:cNvSpPr/>
          <p:nvPr/>
        </p:nvSpPr>
        <p:spPr>
          <a:xfrm>
            <a:off x="1185862" y="1756697"/>
            <a:ext cx="9815512" cy="4572000"/>
          </a:xfrm>
          <a:prstGeom prst="rect">
            <a:avLst/>
          </a:prstGeom>
          <a:solidFill>
            <a:schemeClr val="accent6">
              <a:lumMod val="20000"/>
              <a:lumOff val="80000"/>
            </a:schemeClr>
          </a:solidFill>
          <a:ln>
            <a:solidFill>
              <a:schemeClr val="accent3">
                <a:lumMod val="5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9097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5254709-C4C2-6C5F-7E4B-60D4CB3B9F90}"/>
              </a:ext>
            </a:extLst>
          </p:cNvPr>
          <p:cNvSpPr>
            <a:spLocks noGrp="1"/>
          </p:cNvSpPr>
          <p:nvPr>
            <p:ph type="title"/>
          </p:nvPr>
        </p:nvSpPr>
        <p:spPr>
          <a:xfrm>
            <a:off x="3341968" y="2441784"/>
            <a:ext cx="5508064" cy="1264584"/>
          </a:xfrm>
        </p:spPr>
        <p:txBody>
          <a:bodyPr>
            <a:normAutofit/>
          </a:bodyPr>
          <a:lstStyle/>
          <a:p>
            <a:pPr algn="l"/>
            <a:r>
              <a:rPr lang="en-US" sz="7200" b="0" i="0" dirty="0">
                <a:effectLst/>
              </a:rPr>
              <a:t>Thank You</a:t>
            </a:r>
            <a:endParaRPr lang="en-US" sz="7200" dirty="0"/>
          </a:p>
        </p:txBody>
      </p:sp>
      <p:sp>
        <p:nvSpPr>
          <p:cNvPr id="5" name="TextBox 4">
            <a:extLst>
              <a:ext uri="{FF2B5EF4-FFF2-40B4-BE49-F238E27FC236}">
                <a16:creationId xmlns:a16="http://schemas.microsoft.com/office/drawing/2014/main" id="{41433E00-293D-88B0-5776-1143718BE820}"/>
              </a:ext>
            </a:extLst>
          </p:cNvPr>
          <p:cNvSpPr txBox="1"/>
          <p:nvPr/>
        </p:nvSpPr>
        <p:spPr>
          <a:xfrm>
            <a:off x="0" y="0"/>
            <a:ext cx="971551" cy="6858000"/>
          </a:xfrm>
          <a:prstGeom prst="rect">
            <a:avLst/>
          </a:prstGeom>
          <a:blipFill dpi="0" rotWithShape="1">
            <a:blip r:embed="rId2">
              <a:alphaModFix amt="36691"/>
            </a:blip>
            <a:srcRect/>
            <a:tile tx="0" ty="0" sx="100000" sy="100000" flip="none" algn="tl"/>
          </a:blipFill>
        </p:spPr>
        <p:txBody>
          <a:bodyPr wrap="square" rtlCol="0">
            <a:spAutoFit/>
          </a:bodyPr>
          <a:lstStyle/>
          <a:p>
            <a:endParaRPr lang="en-US"/>
          </a:p>
        </p:txBody>
      </p:sp>
      <p:pic>
        <p:nvPicPr>
          <p:cNvPr id="6" name="Picture 2" descr="A group of people holding hands on a planet&#10;&#10;Description automatically generated">
            <a:extLst>
              <a:ext uri="{FF2B5EF4-FFF2-40B4-BE49-F238E27FC236}">
                <a16:creationId xmlns:a16="http://schemas.microsoft.com/office/drawing/2014/main" id="{EE0BFCCF-7AF7-2BCC-D1FB-B7BB9CEE6D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07" r="2811" b="2"/>
          <a:stretch/>
        </p:blipFill>
        <p:spPr bwMode="auto">
          <a:xfrm>
            <a:off x="11001374" y="175338"/>
            <a:ext cx="971550" cy="1353753"/>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0939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629</TotalTime>
  <Words>203</Words>
  <Application>Microsoft Macintosh PowerPoint</Application>
  <PresentationFormat>Widescreen</PresentationFormat>
  <Paragraphs>24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Business Objectives</vt:lpstr>
      <vt:lpstr>Methods to be used to achieve project objectives </vt:lpstr>
      <vt:lpstr>Methods to be used to achieve project objectives </vt:lpstr>
      <vt:lpstr>A Mockup Deliverable</vt:lpstr>
      <vt:lpstr>A Mockup Deliverable</vt:lpstr>
      <vt:lpstr>Timeline and Deliverable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lucynda young</dc:creator>
  <cp:lastModifiedBy>lucynda young</cp:lastModifiedBy>
  <cp:revision>1</cp:revision>
  <dcterms:created xsi:type="dcterms:W3CDTF">2024-10-09T19:53:09Z</dcterms:created>
  <dcterms:modified xsi:type="dcterms:W3CDTF">2024-10-10T06:22:45Z</dcterms:modified>
</cp:coreProperties>
</file>